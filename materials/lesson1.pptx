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C:\Users\Believer\Desktop\ProgramArLab\Public\assets\parrot-lef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6915150" cy="941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Урок 1: Подключение </a:t>
            </a:r>
            <a:r>
              <a:rPr lang="en-US" dirty="0"/>
              <a:t>LED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515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C:\Users\Believer\Desktop\ProgramArLab\Public\assets\parrot-lef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0"/>
            <a:ext cx="4004948" cy="545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53262" y="844127"/>
            <a:ext cx="7772400" cy="1470025"/>
          </a:xfrm>
        </p:spPr>
        <p:txBody>
          <a:bodyPr/>
          <a:lstStyle/>
          <a:p>
            <a:r>
              <a:rPr lang="ru-RU" dirty="0"/>
              <a:t>Для начала нужно нажать кнопку </a:t>
            </a:r>
            <a:r>
              <a:rPr lang="en-US" dirty="0"/>
              <a:t>“</a:t>
            </a:r>
            <a:r>
              <a:rPr lang="ru-RU" dirty="0"/>
              <a:t>Открыть схемы</a:t>
            </a:r>
            <a:r>
              <a:rPr lang="en-US" dirty="0"/>
              <a:t>”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B225B0-00AE-2787-767B-5B57B73EE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605" y="2996952"/>
            <a:ext cx="7164288" cy="339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3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C:\Users\Believer\Desktop\ProgramArLab\Public\assets\parrot-lef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0"/>
            <a:ext cx="4004948" cy="545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202893"/>
            <a:ext cx="7772400" cy="1470025"/>
          </a:xfrm>
        </p:spPr>
        <p:txBody>
          <a:bodyPr/>
          <a:lstStyle/>
          <a:p>
            <a:r>
              <a:rPr lang="ru-RU" dirty="0"/>
              <a:t>Затем нужно выбрать номер задания (выберите задание 1)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9223AD5-917A-4288-276C-444A1C1D6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929661"/>
            <a:ext cx="6660232" cy="334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81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C:\Users\Believer\Desktop\ProgramArLab\Public\assets\parrot-lef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0"/>
            <a:ext cx="4004948" cy="545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202893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dirty="0"/>
              <a:t>Слева сверху высветилось само задание. Внимательно прочитайте текст задания!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4CBCF5-7604-F4D1-19A5-083CE9B4B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098" y="3015783"/>
            <a:ext cx="7038294" cy="349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88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C:\Users\Believer\Desktop\ProgramArLab\Public\assets\parrot-lef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0"/>
            <a:ext cx="4004948" cy="545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34278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dirty="0"/>
              <a:t>Для выполнения задания понадобятся следующие компоненты (</a:t>
            </a:r>
            <a:r>
              <a:rPr lang="en-US" dirty="0"/>
              <a:t>LED </a:t>
            </a:r>
            <a:r>
              <a:rPr lang="ru-RU" dirty="0"/>
              <a:t>и резистор). Чтобы их добавить</a:t>
            </a:r>
            <a:r>
              <a:rPr lang="en-US" dirty="0"/>
              <a:t>,</a:t>
            </a:r>
            <a:r>
              <a:rPr lang="ru-RU" dirty="0"/>
              <a:t> нажмите соответствующую кнопку на панели под </a:t>
            </a:r>
            <a:r>
              <a:rPr lang="en-US" dirty="0"/>
              <a:t>Arduino</a:t>
            </a:r>
            <a:r>
              <a:rPr lang="ru-RU" dirty="0"/>
              <a:t> :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16B164D-72C1-6D12-4263-D1DF7A656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96" y="3020898"/>
            <a:ext cx="6948264" cy="348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385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C:\Users\Believer\Desktop\ProgramArLab\Public\assets\parrot-lef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0"/>
            <a:ext cx="4004948" cy="545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11817" y="88586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Подключите схему как на картинке. И затем нажмите кнопку </a:t>
            </a:r>
            <a:r>
              <a:rPr lang="en-US" dirty="0"/>
              <a:t>“</a:t>
            </a:r>
            <a:r>
              <a:rPr lang="ru-RU" dirty="0"/>
              <a:t>Проверить</a:t>
            </a:r>
            <a:r>
              <a:rPr lang="en-US" dirty="0"/>
              <a:t>”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8678E4-2F15-DCBE-D3E5-57883416D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635" y="2946863"/>
            <a:ext cx="6148765" cy="308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516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liever\Desktop\ProgramArLab\Public\assets\parrot-lef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0"/>
            <a:ext cx="4004948" cy="545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260648"/>
            <a:ext cx="7772400" cy="1470025"/>
          </a:xfrm>
        </p:spPr>
        <p:txBody>
          <a:bodyPr>
            <a:normAutofit/>
          </a:bodyPr>
          <a:lstStyle/>
          <a:p>
            <a:r>
              <a:rPr lang="ru-RU" dirty="0"/>
              <a:t>При правильном подключении появится сообщение: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632BFD-83D1-720E-CEB4-11118B543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1730673"/>
            <a:ext cx="4458322" cy="15432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611493-14A6-79D1-EEF0-6BA5354B6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772" y="4520001"/>
            <a:ext cx="4185708" cy="2077351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CD9D49E-95EC-7160-43CA-18713C21D0C0}"/>
              </a:ext>
            </a:extLst>
          </p:cNvPr>
          <p:cNvSpPr txBox="1">
            <a:spLocks/>
          </p:cNvSpPr>
          <p:nvPr/>
        </p:nvSpPr>
        <p:spPr>
          <a:xfrm>
            <a:off x="-468560" y="342900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Лампочка засветится. </a:t>
            </a:r>
          </a:p>
          <a:p>
            <a:r>
              <a:rPr lang="ru-RU" dirty="0"/>
              <a:t>Поздравляем! Вы справились с заданием</a:t>
            </a:r>
          </a:p>
        </p:txBody>
      </p:sp>
    </p:spTree>
    <p:extLst>
      <p:ext uri="{BB962C8B-B14F-4D97-AF65-F5344CB8AC3E}">
        <p14:creationId xmlns:p14="http://schemas.microsoft.com/office/powerpoint/2010/main" val="4290665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liever\Desktop\ProgramArLab\Public\assets\parrot-lef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0"/>
            <a:ext cx="4004948" cy="545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60648"/>
            <a:ext cx="7772400" cy="2016224"/>
          </a:xfrm>
        </p:spPr>
        <p:txBody>
          <a:bodyPr>
            <a:normAutofit/>
          </a:bodyPr>
          <a:lstStyle/>
          <a:p>
            <a:r>
              <a:rPr lang="ru-RU" dirty="0"/>
              <a:t>Вопросы по заданию 1:</a:t>
            </a:r>
            <a:br>
              <a:rPr lang="ru-RU" dirty="0"/>
            </a:br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CD9D49E-95EC-7160-43CA-18713C21D0C0}"/>
              </a:ext>
            </a:extLst>
          </p:cNvPr>
          <p:cNvSpPr txBox="1">
            <a:spLocks/>
          </p:cNvSpPr>
          <p:nvPr/>
        </p:nvSpPr>
        <p:spPr>
          <a:xfrm>
            <a:off x="-468560" y="342900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5CA8B4-B19C-0966-57E4-466F78A0523A}"/>
              </a:ext>
            </a:extLst>
          </p:cNvPr>
          <p:cNvSpPr txBox="1"/>
          <p:nvPr/>
        </p:nvSpPr>
        <p:spPr>
          <a:xfrm>
            <a:off x="1619672" y="2258600"/>
            <a:ext cx="48073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1. Как правильно подключить </a:t>
            </a:r>
            <a:r>
              <a:rPr lang="en-US" dirty="0"/>
              <a:t>LED </a:t>
            </a:r>
            <a:r>
              <a:rPr lang="ru-RU" dirty="0"/>
              <a:t>к </a:t>
            </a:r>
            <a:r>
              <a:rPr lang="en-US" dirty="0"/>
              <a:t>Arduino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2. Как понять, что схема собрана верно</a:t>
            </a:r>
          </a:p>
        </p:txBody>
      </p:sp>
    </p:spTree>
    <p:extLst>
      <p:ext uri="{BB962C8B-B14F-4D97-AF65-F5344CB8AC3E}">
        <p14:creationId xmlns:p14="http://schemas.microsoft.com/office/powerpoint/2010/main" val="2240574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111</Words>
  <Application>Microsoft Office PowerPoint</Application>
  <PresentationFormat>Экран (4:3)</PresentationFormat>
  <Paragraphs>11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Тема Office</vt:lpstr>
      <vt:lpstr>Урок 1: Подключение LED</vt:lpstr>
      <vt:lpstr>Для начала нужно нажать кнопку “Открыть схемы”</vt:lpstr>
      <vt:lpstr>Затем нужно выбрать номер задания (выберите задание 1)</vt:lpstr>
      <vt:lpstr>Слева сверху высветилось само задание. Внимательно прочитайте текст задания!</vt:lpstr>
      <vt:lpstr>Для выполнения задания понадобятся следующие компоненты (LED и резистор). Чтобы их добавить, нажмите соответствующую кнопку на панели под Arduino : </vt:lpstr>
      <vt:lpstr>Подключите схему как на картинке. И затем нажмите кнопку “Проверить”</vt:lpstr>
      <vt:lpstr>При правильном подключении появится сообщение: </vt:lpstr>
      <vt:lpstr>Вопросы по заданию 1: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1: Схемы и компоненты</dc:title>
  <dc:creator>Believer</dc:creator>
  <cp:lastModifiedBy>student</cp:lastModifiedBy>
  <cp:revision>4</cp:revision>
  <dcterms:created xsi:type="dcterms:W3CDTF">2026-05-10T11:43:36Z</dcterms:created>
  <dcterms:modified xsi:type="dcterms:W3CDTF">2026-05-22T05:21:28Z</dcterms:modified>
</cp:coreProperties>
</file>