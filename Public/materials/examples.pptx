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5" d="100"/>
          <a:sy n="95" d="100"/>
        </p:scale>
        <p:origin x="206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Примеры кода</a:t>
            </a:r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0"/>
            <a:ext cx="6915150" cy="941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20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937526"/>
            <a:ext cx="7772400" cy="1470025"/>
          </a:xfrm>
        </p:spPr>
        <p:txBody>
          <a:bodyPr/>
          <a:lstStyle/>
          <a:p>
            <a:r>
              <a:rPr lang="ru-RU" dirty="0"/>
              <a:t>Как правильно объявить переменную: </a:t>
            </a:r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73"/>
            <a:ext cx="4554198" cy="619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B7CAFC-EC30-9672-8930-B86129817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635" y="3748197"/>
            <a:ext cx="4261327" cy="1186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B2651-38FB-0B4F-20C6-1058FDDD32C8}"/>
              </a:ext>
            </a:extLst>
          </p:cNvPr>
          <p:cNvSpPr txBox="1"/>
          <p:nvPr/>
        </p:nvSpPr>
        <p:spPr>
          <a:xfrm>
            <a:off x="2303555" y="5249174"/>
            <a:ext cx="54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данном случае объявлена переменная </a:t>
            </a:r>
            <a:r>
              <a:rPr lang="en-US" dirty="0"/>
              <a:t>LED</a:t>
            </a:r>
            <a:r>
              <a:rPr lang="ru-RU" dirty="0"/>
              <a:t>. </a:t>
            </a:r>
            <a:r>
              <a:rPr lang="en-US" dirty="0"/>
              <a:t>Int </a:t>
            </a:r>
            <a:r>
              <a:rPr lang="ru-RU" dirty="0"/>
              <a:t>говорит нам о том, что переменная целочисленная и ее значение равно 7</a:t>
            </a:r>
          </a:p>
        </p:txBody>
      </p:sp>
    </p:spTree>
    <p:extLst>
      <p:ext uri="{BB962C8B-B14F-4D97-AF65-F5344CB8AC3E}">
        <p14:creationId xmlns:p14="http://schemas.microsoft.com/office/powerpoint/2010/main" val="2570982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598393"/>
            <a:ext cx="7772400" cy="1470025"/>
          </a:xfrm>
        </p:spPr>
        <p:txBody>
          <a:bodyPr/>
          <a:lstStyle/>
          <a:p>
            <a:r>
              <a:rPr lang="ru-RU" dirty="0"/>
              <a:t>Написание цикла </a:t>
            </a:r>
            <a:r>
              <a:rPr lang="en-US" dirty="0"/>
              <a:t>for</a:t>
            </a:r>
            <a:endParaRPr lang="ru-RU" dirty="0"/>
          </a:p>
        </p:txBody>
      </p:sp>
      <p:pic>
        <p:nvPicPr>
          <p:cNvPr id="1026" name="Picture 2" descr="C:\Users\Believer\Desktop\ProgramArLab\Public\assets\parrot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73"/>
            <a:ext cx="4554198" cy="619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B2651-38FB-0B4F-20C6-1058FDDD32C8}"/>
              </a:ext>
            </a:extLst>
          </p:cNvPr>
          <p:cNvSpPr txBox="1"/>
          <p:nvPr/>
        </p:nvSpPr>
        <p:spPr>
          <a:xfrm>
            <a:off x="1259632" y="3279492"/>
            <a:ext cx="71287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данном случае объявлена переменная </a:t>
            </a:r>
            <a:r>
              <a:rPr lang="en-US" dirty="0"/>
              <a:t>a</a:t>
            </a:r>
            <a:r>
              <a:rPr lang="ru-RU" dirty="0"/>
              <a:t>. </a:t>
            </a:r>
            <a:r>
              <a:rPr lang="en-US" dirty="0"/>
              <a:t>Int </a:t>
            </a:r>
            <a:r>
              <a:rPr lang="ru-RU" dirty="0"/>
              <a:t>говорит нам о том, что переменная целочисленная</a:t>
            </a:r>
            <a:r>
              <a:rPr lang="en-US" dirty="0"/>
              <a:t>.</a:t>
            </a:r>
          </a:p>
          <a:p>
            <a:r>
              <a:rPr lang="ru-RU" dirty="0"/>
              <a:t>В обычных скобочках указано</a:t>
            </a:r>
            <a:r>
              <a:rPr lang="en-US" dirty="0"/>
              <a:t>,</a:t>
            </a:r>
            <a:r>
              <a:rPr lang="ru-RU" dirty="0"/>
              <a:t> как изменяется переменная в цикле. </a:t>
            </a:r>
            <a:endParaRPr lang="en-US" dirty="0"/>
          </a:p>
          <a:p>
            <a:r>
              <a:rPr lang="ru-RU" dirty="0"/>
              <a:t>Запись а++ говорит нам о том, что при 1-ом проходе цикла, переменная изменяется на + 1. Команда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Serial.println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(a</a:t>
            </a:r>
            <a:r>
              <a:rPr lang="ru-RU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r>
              <a:rPr lang="en-US" dirty="0"/>
              <a:t>, </a:t>
            </a:r>
            <a:r>
              <a:rPr lang="ru-RU" dirty="0"/>
              <a:t>при каждом проходе цикла выводит значение </a:t>
            </a:r>
            <a:r>
              <a:rPr lang="ru-RU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а</a:t>
            </a:r>
            <a:r>
              <a:rPr lang="ru-RU" dirty="0"/>
              <a:t> в консоль с новой строки (указано </a:t>
            </a:r>
            <a:r>
              <a:rPr lang="en-US" dirty="0" err="1"/>
              <a:t>Serial.print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ln</a:t>
            </a:r>
            <a:r>
              <a:rPr lang="ru-RU" dirty="0"/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E56AFB-27D2-4EA5-2C92-6DB0800C6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596" y="1795362"/>
            <a:ext cx="4704376" cy="131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073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105</Words>
  <Application>Microsoft Office PowerPoint</Application>
  <PresentationFormat>Экран 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Calibri</vt:lpstr>
      <vt:lpstr>Тема Office</vt:lpstr>
      <vt:lpstr>Примеры кода</vt:lpstr>
      <vt:lpstr>Как правильно объявить переменную: </vt:lpstr>
      <vt:lpstr>Написание цикла for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Believer</dc:creator>
  <cp:lastModifiedBy>student</cp:lastModifiedBy>
  <cp:revision>3</cp:revision>
  <dcterms:created xsi:type="dcterms:W3CDTF">2026-05-10T12:16:24Z</dcterms:created>
  <dcterms:modified xsi:type="dcterms:W3CDTF">2026-05-22T05:38:13Z</dcterms:modified>
</cp:coreProperties>
</file>